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ress Start 2P" charset="1" panose="00000500000000000000"/>
      <p:regular r:id="rId13"/>
    </p:embeddedFont>
    <p:embeddedFont>
      <p:font typeface="Tomorrow Bold" charset="1" panose="00000000000000000000"/>
      <p:regular r:id="rId14"/>
    </p:embeddedFont>
    <p:embeddedFont>
      <p:font typeface="Tomorrow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87478" y="6279938"/>
            <a:ext cx="1713045" cy="473423"/>
          </a:xfrm>
          <a:custGeom>
            <a:avLst/>
            <a:gdLst/>
            <a:ahLst/>
            <a:cxnLst/>
            <a:rect r="r" b="b" t="t" l="l"/>
            <a:pathLst>
              <a:path h="473423" w="1713045">
                <a:moveTo>
                  <a:pt x="0" y="0"/>
                </a:moveTo>
                <a:lnTo>
                  <a:pt x="1713044" y="0"/>
                </a:lnTo>
                <a:lnTo>
                  <a:pt x="1713044" y="473423"/>
                </a:lnTo>
                <a:lnTo>
                  <a:pt x="0" y="473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17412">
            <a:off x="9859594" y="6304454"/>
            <a:ext cx="372705" cy="634638"/>
          </a:xfrm>
          <a:custGeom>
            <a:avLst/>
            <a:gdLst/>
            <a:ahLst/>
            <a:cxnLst/>
            <a:rect r="r" b="b" t="t" l="l"/>
            <a:pathLst>
              <a:path h="634638" w="372705">
                <a:moveTo>
                  <a:pt x="0" y="0"/>
                </a:moveTo>
                <a:lnTo>
                  <a:pt x="372705" y="0"/>
                </a:lnTo>
                <a:lnTo>
                  <a:pt x="372705" y="634638"/>
                </a:lnTo>
                <a:lnTo>
                  <a:pt x="0" y="634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47802" y="2088524"/>
            <a:ext cx="11392396" cy="229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6"/>
              </a:lnSpc>
            </a:pPr>
            <a:r>
              <a:rPr lang="en-US" sz="6604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Computer Viruses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48681" y="4995514"/>
            <a:ext cx="4128250" cy="893203"/>
          </a:xfrm>
          <a:custGeom>
            <a:avLst/>
            <a:gdLst/>
            <a:ahLst/>
            <a:cxnLst/>
            <a:rect r="r" b="b" t="t" l="l"/>
            <a:pathLst>
              <a:path h="893203" w="4128250">
                <a:moveTo>
                  <a:pt x="0" y="0"/>
                </a:moveTo>
                <a:lnTo>
                  <a:pt x="4128250" y="0"/>
                </a:lnTo>
                <a:lnTo>
                  <a:pt x="4128250" y="893203"/>
                </a:lnTo>
                <a:lnTo>
                  <a:pt x="0" y="893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10747" y="5177722"/>
            <a:ext cx="5066505" cy="43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2467" b="true">
                <a:solidFill>
                  <a:srgbClr val="524BE4"/>
                </a:solidFill>
                <a:latin typeface="Tomorrow Bold"/>
                <a:ea typeface="Tomorrow Bold"/>
                <a:cs typeface="Tomorrow Bold"/>
                <a:sym typeface="Tomorrow Bold"/>
              </a:rPr>
              <a:t>Pamela Techera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872116" y="8003368"/>
            <a:ext cx="5150840" cy="1254932"/>
          </a:xfrm>
          <a:custGeom>
            <a:avLst/>
            <a:gdLst/>
            <a:ahLst/>
            <a:cxnLst/>
            <a:rect r="r" b="b" t="t" l="l"/>
            <a:pathLst>
              <a:path h="1254932" w="5150840">
                <a:moveTo>
                  <a:pt x="0" y="0"/>
                </a:moveTo>
                <a:lnTo>
                  <a:pt x="5150841" y="0"/>
                </a:lnTo>
                <a:lnTo>
                  <a:pt x="5150841" y="1254932"/>
                </a:lnTo>
                <a:lnTo>
                  <a:pt x="0" y="12549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349408" y="2672579"/>
            <a:ext cx="5150840" cy="1254932"/>
          </a:xfrm>
          <a:custGeom>
            <a:avLst/>
            <a:gdLst/>
            <a:ahLst/>
            <a:cxnLst/>
            <a:rect r="r" b="b" t="t" l="l"/>
            <a:pathLst>
              <a:path h="1254932" w="5150840">
                <a:moveTo>
                  <a:pt x="5150840" y="0"/>
                </a:moveTo>
                <a:lnTo>
                  <a:pt x="0" y="0"/>
                </a:lnTo>
                <a:lnTo>
                  <a:pt x="0" y="1254932"/>
                </a:lnTo>
                <a:lnTo>
                  <a:pt x="5150840" y="1254932"/>
                </a:lnTo>
                <a:lnTo>
                  <a:pt x="515084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9648825"/>
            <a:ext cx="18288000" cy="638175"/>
            <a:chOff x="0" y="0"/>
            <a:chExt cx="4816593" cy="1680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7316" y="1691059"/>
            <a:ext cx="11473369" cy="6904882"/>
          </a:xfrm>
          <a:custGeom>
            <a:avLst/>
            <a:gdLst/>
            <a:ahLst/>
            <a:cxnLst/>
            <a:rect r="r" b="b" t="t" l="l"/>
            <a:pathLst>
              <a:path h="6904882" w="11473369">
                <a:moveTo>
                  <a:pt x="0" y="0"/>
                </a:moveTo>
                <a:lnTo>
                  <a:pt x="11473368" y="0"/>
                </a:lnTo>
                <a:lnTo>
                  <a:pt x="11473368" y="6904882"/>
                </a:lnTo>
                <a:lnTo>
                  <a:pt x="0" y="690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8522" y="3253739"/>
            <a:ext cx="8470956" cy="36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harmful computer programs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infect devices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spreads through devices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damage files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steal personal information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220" y="612322"/>
            <a:ext cx="17091561" cy="74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43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What are Computer Viruses?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662741"/>
            <a:ext cx="18288000" cy="638175"/>
            <a:chOff x="0" y="0"/>
            <a:chExt cx="4816593" cy="168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46272" y="6431586"/>
            <a:ext cx="2662250" cy="2826714"/>
          </a:xfrm>
          <a:custGeom>
            <a:avLst/>
            <a:gdLst/>
            <a:ahLst/>
            <a:cxnLst/>
            <a:rect r="r" b="b" t="t" l="l"/>
            <a:pathLst>
              <a:path h="2826714" w="2662250">
                <a:moveTo>
                  <a:pt x="0" y="0"/>
                </a:moveTo>
                <a:lnTo>
                  <a:pt x="2662250" y="0"/>
                </a:lnTo>
                <a:lnTo>
                  <a:pt x="2662250" y="2826714"/>
                </a:lnTo>
                <a:lnTo>
                  <a:pt x="0" y="2826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7316" y="1691059"/>
            <a:ext cx="11473369" cy="6904882"/>
          </a:xfrm>
          <a:custGeom>
            <a:avLst/>
            <a:gdLst/>
            <a:ahLst/>
            <a:cxnLst/>
            <a:rect r="r" b="b" t="t" l="l"/>
            <a:pathLst>
              <a:path h="6904882" w="11473369">
                <a:moveTo>
                  <a:pt x="0" y="0"/>
                </a:moveTo>
                <a:lnTo>
                  <a:pt x="11473368" y="0"/>
                </a:lnTo>
                <a:lnTo>
                  <a:pt x="11473368" y="6904882"/>
                </a:lnTo>
                <a:lnTo>
                  <a:pt x="0" y="690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8522" y="3253739"/>
            <a:ext cx="8470956" cy="36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file infector viruses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macro viruses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boot sector viruses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polymorphic viruses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browser hijack viruses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220" y="612322"/>
            <a:ext cx="17091561" cy="74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43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Types of Computer Viruses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662741"/>
            <a:ext cx="18288000" cy="638175"/>
            <a:chOff x="0" y="0"/>
            <a:chExt cx="4816593" cy="168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3379478" y="6431586"/>
            <a:ext cx="2662250" cy="2826714"/>
          </a:xfrm>
          <a:custGeom>
            <a:avLst/>
            <a:gdLst/>
            <a:ahLst/>
            <a:cxnLst/>
            <a:rect r="r" b="b" t="t" l="l"/>
            <a:pathLst>
              <a:path h="2826714" w="2662250">
                <a:moveTo>
                  <a:pt x="2662250" y="0"/>
                </a:moveTo>
                <a:lnTo>
                  <a:pt x="0" y="0"/>
                </a:lnTo>
                <a:lnTo>
                  <a:pt x="0" y="2826714"/>
                </a:lnTo>
                <a:lnTo>
                  <a:pt x="2662250" y="2826714"/>
                </a:lnTo>
                <a:lnTo>
                  <a:pt x="2662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7316" y="1691059"/>
            <a:ext cx="11473369" cy="6904882"/>
          </a:xfrm>
          <a:custGeom>
            <a:avLst/>
            <a:gdLst/>
            <a:ahLst/>
            <a:cxnLst/>
            <a:rect r="r" b="b" t="t" l="l"/>
            <a:pathLst>
              <a:path h="6904882" w="11473369">
                <a:moveTo>
                  <a:pt x="0" y="0"/>
                </a:moveTo>
                <a:lnTo>
                  <a:pt x="11473368" y="0"/>
                </a:lnTo>
                <a:lnTo>
                  <a:pt x="11473368" y="6904882"/>
                </a:lnTo>
                <a:lnTo>
                  <a:pt x="0" y="690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8522" y="3625214"/>
            <a:ext cx="8470956" cy="295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email attachments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suspicious links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weird downloads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unsafe programs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220" y="612322"/>
            <a:ext cx="17091561" cy="74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43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Viruses Spread!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662741"/>
            <a:ext cx="18288000" cy="638175"/>
            <a:chOff x="0" y="0"/>
            <a:chExt cx="4816593" cy="168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46272" y="6431586"/>
            <a:ext cx="2662250" cy="2826714"/>
          </a:xfrm>
          <a:custGeom>
            <a:avLst/>
            <a:gdLst/>
            <a:ahLst/>
            <a:cxnLst/>
            <a:rect r="r" b="b" t="t" l="l"/>
            <a:pathLst>
              <a:path h="2826714" w="2662250">
                <a:moveTo>
                  <a:pt x="0" y="0"/>
                </a:moveTo>
                <a:lnTo>
                  <a:pt x="2662250" y="0"/>
                </a:lnTo>
                <a:lnTo>
                  <a:pt x="2662250" y="2826714"/>
                </a:lnTo>
                <a:lnTo>
                  <a:pt x="0" y="2826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7316" y="1691059"/>
            <a:ext cx="11473369" cy="6904882"/>
          </a:xfrm>
          <a:custGeom>
            <a:avLst/>
            <a:gdLst/>
            <a:ahLst/>
            <a:cxnLst/>
            <a:rect r="r" b="b" t="t" l="l"/>
            <a:pathLst>
              <a:path h="6904882" w="11473369">
                <a:moveTo>
                  <a:pt x="0" y="0"/>
                </a:moveTo>
                <a:lnTo>
                  <a:pt x="11473368" y="0"/>
                </a:lnTo>
                <a:lnTo>
                  <a:pt x="11473368" y="6904882"/>
                </a:lnTo>
                <a:lnTo>
                  <a:pt x="0" y="690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67287" y="3253739"/>
            <a:ext cx="9353425" cy="36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download a anti virus software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software updates constantly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avoiding suspicious links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being careful while scrolling online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220" y="612322"/>
            <a:ext cx="17091561" cy="74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43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to prevent Viruses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662741"/>
            <a:ext cx="18288000" cy="638175"/>
            <a:chOff x="0" y="0"/>
            <a:chExt cx="4816593" cy="168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3379478" y="6431586"/>
            <a:ext cx="2662250" cy="2826714"/>
          </a:xfrm>
          <a:custGeom>
            <a:avLst/>
            <a:gdLst/>
            <a:ahLst/>
            <a:cxnLst/>
            <a:rect r="r" b="b" t="t" l="l"/>
            <a:pathLst>
              <a:path h="2826714" w="2662250">
                <a:moveTo>
                  <a:pt x="2662250" y="0"/>
                </a:moveTo>
                <a:lnTo>
                  <a:pt x="0" y="0"/>
                </a:lnTo>
                <a:lnTo>
                  <a:pt x="0" y="2826714"/>
                </a:lnTo>
                <a:lnTo>
                  <a:pt x="2662250" y="2826714"/>
                </a:lnTo>
                <a:lnTo>
                  <a:pt x="2662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7316" y="1691059"/>
            <a:ext cx="11473369" cy="6904882"/>
          </a:xfrm>
          <a:custGeom>
            <a:avLst/>
            <a:gdLst/>
            <a:ahLst/>
            <a:cxnLst/>
            <a:rect r="r" b="b" t="t" l="l"/>
            <a:pathLst>
              <a:path h="6904882" w="11473369">
                <a:moveTo>
                  <a:pt x="0" y="0"/>
                </a:moveTo>
                <a:lnTo>
                  <a:pt x="11473368" y="0"/>
                </a:lnTo>
                <a:lnTo>
                  <a:pt x="11473368" y="6904882"/>
                </a:lnTo>
                <a:lnTo>
                  <a:pt x="0" y="690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31830" y="3996689"/>
            <a:ext cx="11824340" cy="220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protects personal information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prevents information from data leaks</a:t>
            </a:r>
          </a:p>
          <a:p>
            <a:pPr algn="ctr" marL="906769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keeps computers and phones safe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220" y="621847"/>
            <a:ext cx="17091561" cy="70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1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 Cybersecurity is important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662741"/>
            <a:ext cx="18288000" cy="638175"/>
            <a:chOff x="0" y="0"/>
            <a:chExt cx="4816593" cy="168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46272" y="6431586"/>
            <a:ext cx="2662250" cy="2826714"/>
          </a:xfrm>
          <a:custGeom>
            <a:avLst/>
            <a:gdLst/>
            <a:ahLst/>
            <a:cxnLst/>
            <a:rect r="r" b="b" t="t" l="l"/>
            <a:pathLst>
              <a:path h="2826714" w="2662250">
                <a:moveTo>
                  <a:pt x="0" y="0"/>
                </a:moveTo>
                <a:lnTo>
                  <a:pt x="2662250" y="0"/>
                </a:lnTo>
                <a:lnTo>
                  <a:pt x="2662250" y="2826714"/>
                </a:lnTo>
                <a:lnTo>
                  <a:pt x="0" y="2826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4223" y="1749380"/>
            <a:ext cx="11279554" cy="6788241"/>
          </a:xfrm>
          <a:custGeom>
            <a:avLst/>
            <a:gdLst/>
            <a:ahLst/>
            <a:cxnLst/>
            <a:rect r="r" b="b" t="t" l="l"/>
            <a:pathLst>
              <a:path h="6788241" w="11279554">
                <a:moveTo>
                  <a:pt x="0" y="0"/>
                </a:moveTo>
                <a:lnTo>
                  <a:pt x="11279554" y="0"/>
                </a:lnTo>
                <a:lnTo>
                  <a:pt x="11279554" y="6788240"/>
                </a:lnTo>
                <a:lnTo>
                  <a:pt x="0" y="6788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3562" y="5930101"/>
            <a:ext cx="2136099" cy="3328199"/>
          </a:xfrm>
          <a:custGeom>
            <a:avLst/>
            <a:gdLst/>
            <a:ahLst/>
            <a:cxnLst/>
            <a:rect r="r" b="b" t="t" l="l"/>
            <a:pathLst>
              <a:path h="3328199" w="2136099">
                <a:moveTo>
                  <a:pt x="0" y="0"/>
                </a:moveTo>
                <a:lnTo>
                  <a:pt x="2136098" y="0"/>
                </a:lnTo>
                <a:lnTo>
                  <a:pt x="2136098" y="3328199"/>
                </a:lnTo>
                <a:lnTo>
                  <a:pt x="0" y="332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23539" y="1028700"/>
            <a:ext cx="961367" cy="2057400"/>
          </a:xfrm>
          <a:custGeom>
            <a:avLst/>
            <a:gdLst/>
            <a:ahLst/>
            <a:cxnLst/>
            <a:rect r="r" b="b" t="t" l="l"/>
            <a:pathLst>
              <a:path h="2057400" w="961367">
                <a:moveTo>
                  <a:pt x="0" y="0"/>
                </a:moveTo>
                <a:lnTo>
                  <a:pt x="961367" y="0"/>
                </a:lnTo>
                <a:lnTo>
                  <a:pt x="96136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995598" y="4664670"/>
            <a:ext cx="8296805" cy="351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2982" indent="-406491" lvl="1">
              <a:lnSpc>
                <a:spcPts val="5271"/>
              </a:lnSpc>
              <a:buFont typeface="Arial"/>
              <a:buChar char="•"/>
            </a:pPr>
            <a:r>
              <a:rPr lang="en-US" sz="3765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viruses are very dangerous</a:t>
            </a:r>
          </a:p>
          <a:p>
            <a:pPr algn="just" marL="812982" indent="-406491" lvl="1">
              <a:lnSpc>
                <a:spcPts val="5271"/>
              </a:lnSpc>
              <a:buFont typeface="Arial"/>
              <a:buChar char="•"/>
            </a:pPr>
            <a:r>
              <a:rPr lang="en-US" sz="3765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they spread quickly</a:t>
            </a:r>
          </a:p>
          <a:p>
            <a:pPr algn="just" marL="812982" indent="-406491" lvl="1">
              <a:lnSpc>
                <a:spcPts val="5271"/>
              </a:lnSpc>
              <a:buFont typeface="Arial"/>
              <a:buChar char="•"/>
            </a:pPr>
            <a:r>
              <a:rPr lang="en-US" sz="3765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preventing them is IMPORTANT</a:t>
            </a:r>
          </a:p>
          <a:p>
            <a:pPr algn="just" marL="812982" indent="-406491" lvl="1">
              <a:lnSpc>
                <a:spcPts val="5271"/>
              </a:lnSpc>
              <a:buFont typeface="Arial"/>
              <a:buChar char="•"/>
            </a:pPr>
            <a:r>
              <a:rPr lang="en-US" sz="3765">
                <a:solidFill>
                  <a:srgbClr val="524BE4"/>
                </a:solidFill>
                <a:latin typeface="Tomorrow"/>
                <a:ea typeface="Tomorrow"/>
                <a:cs typeface="Tomorrow"/>
                <a:sym typeface="Tomorrow"/>
              </a:rPr>
              <a:t>cybersecurity matters</a:t>
            </a:r>
          </a:p>
          <a:p>
            <a:pPr algn="just">
              <a:lnSpc>
                <a:spcPts val="69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60135" y="3207951"/>
            <a:ext cx="12195222" cy="951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5"/>
              </a:lnSpc>
            </a:pPr>
            <a:r>
              <a:rPr lang="en-US" sz="5639">
                <a:solidFill>
                  <a:srgbClr val="524BE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648825"/>
            <a:ext cx="18288000" cy="638175"/>
            <a:chOff x="0" y="0"/>
            <a:chExt cx="4816593" cy="168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8079"/>
            </a:xfrm>
            <a:custGeom>
              <a:avLst/>
              <a:gdLst/>
              <a:ahLst/>
              <a:cxnLst/>
              <a:rect r="r" b="b" t="t" l="l"/>
              <a:pathLst>
                <a:path h="1680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8079"/>
                  </a:lnTo>
                  <a:lnTo>
                    <a:pt x="0" y="168079"/>
                  </a:lnTo>
                  <a:close/>
                </a:path>
              </a:pathLst>
            </a:custGeom>
            <a:solidFill>
              <a:srgbClr val="FFFFFF">
                <a:alpha val="4588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215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421686">
            <a:off x="1698259" y="6397387"/>
            <a:ext cx="2723752" cy="2892015"/>
          </a:xfrm>
          <a:custGeom>
            <a:avLst/>
            <a:gdLst/>
            <a:ahLst/>
            <a:cxnLst/>
            <a:rect r="r" b="b" t="t" l="l"/>
            <a:pathLst>
              <a:path h="2892015" w="2723752">
                <a:moveTo>
                  <a:pt x="0" y="0"/>
                </a:moveTo>
                <a:lnTo>
                  <a:pt x="2723752" y="0"/>
                </a:lnTo>
                <a:lnTo>
                  <a:pt x="2723752" y="2892015"/>
                </a:lnTo>
                <a:lnTo>
                  <a:pt x="0" y="28920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9012">
            <a:off x="13694621" y="673945"/>
            <a:ext cx="2178313" cy="2766910"/>
          </a:xfrm>
          <a:custGeom>
            <a:avLst/>
            <a:gdLst/>
            <a:ahLst/>
            <a:cxnLst/>
            <a:rect r="r" b="b" t="t" l="l"/>
            <a:pathLst>
              <a:path h="2766910" w="2178313">
                <a:moveTo>
                  <a:pt x="0" y="0"/>
                </a:moveTo>
                <a:lnTo>
                  <a:pt x="2178313" y="0"/>
                </a:lnTo>
                <a:lnTo>
                  <a:pt x="2178313" y="2766910"/>
                </a:lnTo>
                <a:lnTo>
                  <a:pt x="0" y="27669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DAHJs47YgII</dc:identifier>
  <dcterms:modified xsi:type="dcterms:W3CDTF">2011-08-01T06:04:30Z</dcterms:modified>
  <cp:revision>1</cp:revision>
  <dc:title>CSIT100 PROJECT</dc:title>
</cp:coreProperties>
</file>